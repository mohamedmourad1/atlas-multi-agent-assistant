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4572892"/>
            <a:ext cx="762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31531" y="2247007"/>
            <a:ext cx="2928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B82F6"/>
                </a:solidFill>
                <a:latin typeface="Inter"/>
              </a:rPr>
              <a:t>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14352" y="2675632"/>
            <a:ext cx="6363295" cy="838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000" b="1" i="0" u="none">
                <a:solidFill>
                  <a:srgbClr val="F8FAFC"/>
                </a:solidFill>
                <a:latin typeface="Inter"/>
              </a:rPr>
              <a:t>Project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1656" y="3742432"/>
            <a:ext cx="8548687" cy="373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94A3B8"/>
                </a:solidFill>
                <a:latin typeface="Inter"/>
              </a:rPr>
              <a:t>Autonomous Multi-Agent Research &amp; Report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6550"/>
            <a:ext cx="3454449" cy="2181225"/>
          </a:xfrm>
          <a:prstGeom prst="roundRect">
            <a:avLst>
              <a:gd name="adj" fmla="val 69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876550"/>
            <a:ext cx="3454449" cy="2181225"/>
          </a:xfrm>
          <a:prstGeom prst="roundRect">
            <a:avLst>
              <a:gd name="adj" fmla="val 69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876550"/>
            <a:ext cx="3454449" cy="2181225"/>
          </a:xfrm>
          <a:prstGeom prst="roundRect">
            <a:avLst>
              <a:gd name="adj" fmla="val 69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257550"/>
            <a:ext cx="2286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49" y="325755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99" y="325755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The Research 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790950"/>
            <a:ext cx="353384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Manual Overhead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219575"/>
            <a:ext cx="2787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Hours spent reconciling manual sources.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9849" y="3790950"/>
            <a:ext cx="353384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Unverified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849" y="4219575"/>
            <a:ext cx="2787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Chatbots lacking clear source citations.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9099" y="3790950"/>
            <a:ext cx="353384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Black-Box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9099" y="4219575"/>
            <a:ext cx="27876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Hidden reasoning masking discarded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01374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56619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511864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567904"/>
            <a:ext cx="6858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82F6"/>
                </a:solidFill>
                <a:latin typeface="Inter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10804"/>
            <a:ext cx="5860732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Transparent &amp; Verifiable Automated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937545"/>
            <a:ext cx="39528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Inter"/>
              </a:rPr>
              <a:t>Single research question input.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489995"/>
            <a:ext cx="56911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Inter"/>
              </a:rPr>
              <a:t>Live-traced transparent workflow execution.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5042445"/>
            <a:ext cx="440531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Inter"/>
              </a:rPr>
              <a:t>Fully cited final verification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00325"/>
            <a:ext cx="762000" cy="76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743325"/>
            <a:ext cx="76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886325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828925"/>
            <a:ext cx="3429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97192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5114925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209675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ARCHITECTURE PARADIGM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5240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Beyond Predictive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2657475"/>
            <a:ext cx="4450556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Autonomous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3057525"/>
            <a:ext cx="42386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Dynamic sub-question generation.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3800475"/>
            <a:ext cx="4850606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Tool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6400" y="4200525"/>
            <a:ext cx="46196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Adaptive retrieval versus web search.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4943475"/>
            <a:ext cx="428803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Reflection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5343525"/>
            <a:ext cx="40838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Inter"/>
              </a:rPr>
              <a:t>Internal critic rejects weak drafts.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24187" y="4652962"/>
            <a:ext cx="6143625" cy="657225"/>
          </a:xfrm>
          <a:prstGeom prst="roundRect">
            <a:avLst>
              <a:gd name="adj" fmla="val 1159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71787"/>
            <a:ext cx="2250281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517106" y="2776537"/>
            <a:ext cx="2250281" cy="1419225"/>
          </a:xfrm>
          <a:prstGeom prst="roundRect">
            <a:avLst>
              <a:gd name="adj" fmla="val 8053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24612" y="2871787"/>
            <a:ext cx="2250281" cy="122872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332118" y="2871787"/>
            <a:ext cx="2250281" cy="1228725"/>
          </a:xfrm>
          <a:prstGeom prst="roundRect">
            <a:avLst>
              <a:gd name="adj" fmla="val 9302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481" y="3371850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3371850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493" y="3371850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987" y="4900612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24275" y="1547812"/>
            <a:ext cx="6225778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Multi-Agent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8987" y="4881562"/>
            <a:ext cx="6917531" cy="20002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Inter"/>
              </a:rPr>
              <a:t>Conditional edges return rejected drafts for automatic revision.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034" y="3195637"/>
            <a:ext cx="23034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877" y="3586162"/>
            <a:ext cx="219372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Query decomposition.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0540" y="3100387"/>
            <a:ext cx="23034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D4ED8"/>
                </a:solidFill>
                <a:latin typeface="Inter"/>
              </a:rPr>
              <a:t>Researcher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5383" y="3490912"/>
            <a:ext cx="219372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B82F6"/>
                </a:solidFill>
                <a:latin typeface="Inter"/>
              </a:rPr>
              <a:t>ReAct loop evidence gathering.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8046" y="3195637"/>
            <a:ext cx="23034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Writer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2889" y="3586162"/>
            <a:ext cx="219372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Drafting cited content.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5552" y="3195637"/>
            <a:ext cx="23034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B45309"/>
                </a:solidFill>
                <a:latin typeface="Inter"/>
              </a:rPr>
              <a:t>Critic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0396" y="3586162"/>
            <a:ext cx="219372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D97706"/>
                </a:solidFill>
                <a:latin typeface="Inter"/>
              </a:rPr>
              <a:t>Verification routing.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533525"/>
            <a:ext cx="5372100" cy="224313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10300" y="1533525"/>
            <a:ext cx="5372100" cy="224313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005262"/>
            <a:ext cx="5372100" cy="224313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0300" y="4005262"/>
            <a:ext cx="5372100" cy="224313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1533525"/>
            <a:ext cx="38100" cy="22431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0300" y="1533525"/>
            <a:ext cx="38100" cy="22431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005262"/>
            <a:ext cx="38100" cy="22431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4005262"/>
            <a:ext cx="38100" cy="22431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4-Week Execution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2188368"/>
            <a:ext cx="5715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2455068"/>
            <a:ext cx="600075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Foundation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2893218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Initial ReAct researcher.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88368"/>
            <a:ext cx="55626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55068"/>
            <a:ext cx="55626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Agent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893218"/>
            <a:ext cx="5562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Multi-agent graph routing.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4660106"/>
            <a:ext cx="5715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4926806"/>
            <a:ext cx="600075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5364956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Tracing metrics testing.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660106"/>
            <a:ext cx="55626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WEEK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26806"/>
            <a:ext cx="55626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Final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364956"/>
            <a:ext cx="5562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Feature freeze live demo.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81000" y="1571625"/>
            <a:ext cx="12954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Inter"/>
              </a:rPr>
              <a:t>Core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9906" y="5010150"/>
            <a:ext cx="607218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64748B"/>
                </a:solidFill>
                <a:latin typeface="Inter"/>
              </a:rPr>
              <a:t>Built for autonomy, observability, and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4615" y="2800350"/>
            <a:ext cx="2321718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334155"/>
                </a:solidFill>
                <a:latin typeface="Inter"/>
              </a:rPr>
              <a:t>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1362" y="2800350"/>
            <a:ext cx="1524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334155"/>
                </a:solidFill>
                <a:latin typeface="Inter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6818" y="2800350"/>
            <a:ext cx="2357437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334155"/>
                </a:solidFill>
                <a:latin typeface="Inter"/>
              </a:rPr>
              <a:t>Chroma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93806" y="2800350"/>
            <a:ext cx="1643062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334155"/>
                </a:solidFill>
                <a:latin typeface="Inter"/>
              </a:rPr>
              <a:t>FastAPI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9281" y="2800350"/>
            <a:ext cx="1928812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334155"/>
                </a:solidFill>
                <a:latin typeface="Inter"/>
              </a:rPr>
              <a:t>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5906" y="3829050"/>
            <a:ext cx="1500187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 dirty="0">
                <a:solidFill>
                  <a:srgbClr val="334155"/>
                </a:solidFill>
                <a:latin typeface="Inter"/>
              </a:rPr>
              <a:t>Docker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67400" y="4161383"/>
            <a:ext cx="4572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98218" y="2667892"/>
            <a:ext cx="25955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B82F6"/>
                </a:solidFill>
                <a:latin typeface="Inter"/>
              </a:rPr>
              <a:t>ATLAS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0421" y="3048892"/>
            <a:ext cx="9251156" cy="731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8FAFC"/>
                </a:solidFill>
                <a:latin typeface="Inter"/>
              </a:rPr>
              <a:t>Ready for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178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Inter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Mourad</cp:lastModifiedBy>
  <cp:revision>2</cp:revision>
  <dcterms:created xsi:type="dcterms:W3CDTF">2013-01-27T09:14:16Z</dcterms:created>
  <dcterms:modified xsi:type="dcterms:W3CDTF">2026-09-28T06:31:04Z</dcterms:modified>
  <cp:category/>
</cp:coreProperties>
</file>